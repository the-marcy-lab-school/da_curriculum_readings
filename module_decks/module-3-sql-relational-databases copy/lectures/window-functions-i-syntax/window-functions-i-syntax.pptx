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Frame this as the module's next real syntax upgrade, the same way yesterday's chained CTEs were. Name explicitly that today stays at the syntax level - no PARTITION BY yet, that's next class, once ranking within groups actually needs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Read both out loud. Name explicitly: this closes a real gap - the project's own window-function question has been sitting there unaddressed since the module started.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Just names for now - the actual difference between RANK() and ROW_NUMBER() is worth waiting for, once there's a real tie to look at.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[~2 min mark] Keep this brisk - the real payoff is the code in a few minutes.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quick show of hands. Online: drop a letter in chat.</a:t>
            </a:r>
          </a:p>
          <a:p/>
          <a:p>
            <a:r>
              <a:t>[SCRIPT] Confirm the answer, then pivot straight into the actual gap: "so how would you ever say which row is #1?"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Only changes their order</a:t>
            </a:r>
          </a:p>
          <a:p>
            <a:r>
              <a:t>Why: ORDER BY resequences whatever rows already qualified - it never adds or removes any. That's exactly the gap a window function fills: a real way to label each row's position, not just reorder them.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mechanism, not just the analogy: GROUP BY genuinely deletes the individual rows once it aggregates them. A window function computes its value the same way, but keeps every original row intact - the rank just gets added as a new column alongside it.</a:t>
            </a:r>
          </a:p>
          <a:p/>
          <a:p>
            <a:r>
              <a:t>[MISCONCEPTIONS] Fellows often assume a window function must "shrink" the result the way GROUP BY does. The whole point is that it doesn't - the row count going in equals the row count coming out.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 that this is a code-along.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Run it and let the sorted list print. Point at the top row, then ask: "which number is this restaurant's actual rank?" There's no column for it - ORDER BY only moved rows around, it never labeled them.</a:t>
            </a:r>
          </a:p>
          <a:p/>
          <a:p>
            <a:r>
              <a:t>[MISCONCEPTIONS] Fellows sometimes assume the row's position on screen already counts as its rank. That position isn't real data - it's just how the terminal happens to print the result.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new piece first: `OVER (ORDER BY tv DESC)` is what tells `RANK()`/`ROW_NUMBER()` which rows to look across and in what order - without it, neither function would know how to number anything.</a:t>
            </a:r>
          </a:p>
          <a:p/>
          <a:p>
            <a:r>
              <a:t>[SCRIPT] Run it and read the tied rows out loud together: Corner Bistro is rank 1, Green Leaf Cafe is rank 2, then three restaurants tie at 0 violations. Watch what rnk and rn do differently on those tied rows.</a:t>
            </a:r>
          </a:p>
          <a:p/>
          <a:p>
            <a:r>
              <a:t>[SCRIPT] Name the real rule for RANK(): tied rows share one number, and the count picks back up after however many rows tied - so a 3-way tie at rank 3 means the next distinct value would jump to rank 6, not 4. ROW_NUMBER() never repeats or skips, tie or no tie.</a:t>
            </a:r>
          </a:p>
          <a:p/>
          <a:p>
            <a:r>
              <a:t>[MISCONCEPTIONS] A common assumption: RANK() and ROW_NUMBER() always return the same numbers. They only diverge the moment a real tie shows up - which is exactly why this query's data was built to have 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Confirm out loud, then connect back to ROW_NUMBER(): those same three rows get 3, 4, and 5 instead - three different numbers for three genuinely identical totals.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3</a:t>
            </a:r>
          </a:p>
          <a:p>
            <a:r>
              <a:t>Why: Sunset Diner, Harbor Grill, and New Spot NYC all show 0 violations - a genuine 3-way tie, so RANK() gives all three the exact same rank.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is the real behavior worth naming out loud: RANK() isn't "1, 2, 3, 4..." no matter what - it's genuinely counting rows, tie or no tie. ROW_NUMBER() would give that same next restaurant a 6 too, but only because it never repeats a number in the first place - a coincidence here, not the same reason.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6</a:t>
            </a:r>
          </a:p>
          <a:p>
            <a:r>
              <a:t>Why: RANK() picks back up counting after however many rows tied. Three rows shared rank 3, so the next distinct value jumps straight to rank 6, skipping 4 and 5 entirely.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real tradeoff: RANK() tells the truth about a tie, ROW_NUMBER() forces a decision even when the data didn't hand you one. Neither is "more correct" - they answer genuinely different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Quick-fire, participation over correctness - a fast show of hands or a one-word chat drop, then move straight on.</a:t>
            </a:r>
          </a:p>
          <a:p/>
          <a:p>
            <a:r>
              <a:t>[SCRIPT] Confirm and move fast - this is a warm-up for the harder tradeoff question right after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ROW_NUMBER()</a:t>
            </a:r>
          </a:p>
          <a:p>
            <a:r>
              <a:t>Why: ROW_NUMBER() never repeats or skips a number, tie or no tie - it's the only one of the two that guarantees a clean 1-through-N sequence.</a:t>
            </a:r>
          </a:p>
          <a:p>
            <a:r>
              <a:t>Source: This lesson's own worked example, not an external citation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move to a side of the room. Online: drop RANK or ROW_NUMBER in chat, then unmute 1-2 Fellows to defend it.</a:t>
            </a:r>
          </a:p>
          <a:p/>
          <a:p>
            <a:r>
              <a:t>[SCRIPT] Target idea: ROW_NUMBER() guarantees exactly 3 rows, always, since it never repeats a number - RANK() can quietly hand back more than 3 whenever a tie lands right at the cutoff. A report that promises "exactly 3" has a real, defensible reason to reach for ROW_NUMBER()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In person: 30 seconds to think alone, then cold-call one Fellow. Online: type your explanation in chat first, then unmute 1-2 Fellows.</a:t>
            </a:r>
          </a:p>
          <a:p/>
          <a:p>
            <a:r>
              <a:t>[TECHNIQUE] Use Teach-Back - Audience, Simplify, Analogy, Check. The audience here already knows GROUP BY, so a strong answer builds on that instead of restating a generic textbook definition from scratch.</a:t>
            </a:r>
          </a:p>
          <a:p/>
          <a:p>
            <a:r>
              <a:t>[SCRIPT] Target idea: GROUP BY collapses matching rows into one row per group; a window function computes a value across a set of rows but keeps every row separate. Listen for whether the explanation would actually land with a real interviewer, not just whether it's technically correct.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Let this sit for a second before moving to interview prep - it's the actual thread connecting everything today: RANK() vs. ROW_NUMBER() is really a question about who decides the tie-breaking rule, and when.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[TECHNIQUE] Use QAR - Question, Assumption, Risk. "Top 3" is genuinely ambiguous the moment a tie is possible; naming that ambiguity before writing SQL is the real skill being tested here, not memorizing which function name to type.</a:t>
            </a:r>
          </a:p>
          <a:p/>
          <a:p>
            <a:r>
              <a:t>[SCRIPT] Have a Fellow attempt this cold first - listen for whether they ask the clarifying question before jumping straight to a function name.</a:t>
            </a:r>
          </a:p>
          <a:p/>
          <a:p/>
          <a:p>
            <a:r>
              <a:t>Short answers:</a:t>
            </a:r>
          </a:p>
          <a:p/>
          <a:p>
            <a:r>
              <a:t>Q: Your manager asks for 'the top 3 restaurants by violations' - how would you make sure your query actually returns exactly 3 rows, tie or no tie?</a:t>
            </a:r>
          </a:p>
          <a:p>
            <a:r>
              <a:t>A: Clarify what 'top 3' really means before writing anything - does the manager want exactly 3 rows no matter what, or every restaurant that qualifies for 3rd place? If a tie could land right at the cutoff, RANK() might quietly return more than 3 rows, while ROW_NUMBER() always returns exactly 3, but only once you've decided how ties should actually be broken. State that assumption out loud before running the query,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explicitly: your project's own window-function question grades exactly this - a correct RANK()/ROW_NUMBER() ranking query, checked against real numbers you already know by hand.</a:t>
            </a:r>
          </a:p>
          <a:p/>
          <a:p>
            <a:r>
              <a:t>[SCOPE] Everything today ranked every restaurant against every other one, overall. Next class adds PARTITION BY - ranking within groups instead of across the whole table. Today's OVER (ORDER BY ...) is the exact same clause that upgrade builds on, not a different mechanism.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Quick round-trip through all four terms - this is exactly the vocabulary your project's own window-function question expects you to use correctly.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Close by naming the shift ahead: next class keeps this exact OVER (ORDER BY ...) clause and adds PARTITION BY, ranking within groups instead of across the whole table. Name the project tie explicitly: your own project's window-function question will ask for exactly today's syntax, on your own schema's real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Give a specific heads-up: next class's demo builds on today's own totals query - don't drop the nyc_restaurants database.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Point out the ThoughtSpot link specifically if anyone wants more reps before next class's PARTITION BY upgrade - it's a real editor, not just reading.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hyperlink" Target="https://www.postgresql.org/docs/current/tutorial-window.html" TargetMode="External"/><Relationship Id="rId5" Type="http://schemas.openxmlformats.org/officeDocument/2006/relationships/image" Target="../media/image13.png"/><Relationship Id="rId6" Type="http://schemas.openxmlformats.org/officeDocument/2006/relationships/hyperlink" Target="https://datalemur.com/sql-tutorial/sql-rank-dense_rank-row_number-window-function" TargetMode="External"/><Relationship Id="rId7" Type="http://schemas.openxmlformats.org/officeDocument/2006/relationships/image" Target="../media/image14.png"/><Relationship Id="rId8" Type="http://schemas.openxmlformats.org/officeDocument/2006/relationships/hyperlink" Target="https://www.thoughtspot.com/sql-tutorial/sql-window-functions" TargetMode="External"/><Relationship Id="rId9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Window Functions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3: SQL &amp; Relational Databases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By the End of Today, You'll Be Able To...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Explain a window function vs. GROUP BY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Write RANK() and ROW_NUMBER()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You'll Know by the End of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189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Window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2468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60138" y="3429000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RANK()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7" y="2468880"/>
            <a:ext cx="3545738" cy="2560320"/>
          </a:xfrm>
          <a:prstGeom prst="roundRect">
            <a:avLst>
              <a:gd name="adj" fmla="val 6000"/>
            </a:avLst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5866" y="269748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34477" y="3429000"/>
            <a:ext cx="327141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ROW_NUMBER()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Yesterday's Chained CTEs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Why Window Functions Exist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ORDER BY sorts rows - it never actually labels each one's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Quick recall: Does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ORDER BY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change how many rows come back, or just their sequence?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Changes the row count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Only changes their order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Both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Warm-Up: What ORDER BY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Only changes their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ORDER BY resequences whatever rows already qualified - it never adds or removes any. That's exactly the gap a window function fills: a real way to label each row's position, not just reorder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GROUP BY Collapses Rows - a Window Function Doesn't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3144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GROUP BY: One row per group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Window function: Every row stays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rank slides in beside each one</a:t>
            </a:r>
          </a:p>
        </p:txBody>
      </p:sp>
      <p:sp>
        <p:nvSpPr>
          <p:cNvPr id="5" name="Oval 4"/>
          <p:cNvSpPr/>
          <p:nvPr/>
        </p:nvSpPr>
        <p:spPr>
          <a:xfrm>
            <a:off x="8733841" y="1794866"/>
            <a:ext cx="1977949" cy="1977949"/>
          </a:xfrm>
          <a:prstGeom prst="ellipse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328" y="2289353"/>
            <a:ext cx="988974" cy="98897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516120"/>
            <a:ext cx="11094415" cy="18389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516120"/>
            <a:ext cx="10637215" cy="1838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GROUP BY reports just the team's final score - one number, every player's row gone. A window function posts the season standings instead: each player keeps their own row, with a rank written beside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Writing RANK() and ROW_NUMBER()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Same totals as yesterday's chain, now with a real rank attached.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44" y="4937760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Plain ORDER BY</a:t>
            </a:r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851" y="4937760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008" y="5532120"/>
            <a:ext cx="5272888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FFFCF7"/>
                </a:solidFill>
                <a:latin typeface="Helvetica"/>
              </a:rPr>
              <a:t>Add RANK/ROW_NUMBER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8" y="4937760"/>
            <a:ext cx="0" cy="1188720"/>
          </a:xfrm>
          <a:prstGeom prst="line">
            <a:avLst/>
          </a:prstGeom>
          <a:ln w="19050">
            <a:solidFill>
              <a:srgbClr val="B3BB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Sorted, But Not Numbered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WITH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totals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violation_id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USING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violations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USING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GROUP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totals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ORDER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DESC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Same Query, Now With RANK() and ROW_NUMBER()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WITH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totals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COUNT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violation_id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restaurants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USING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camis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LEFT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JOIN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violations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USING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inspection_id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GROUP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SELECT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dba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RANK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OVER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ORDER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DESC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rnk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ROW_NUMBER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OVER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EEBC32"/>
                </a:solidFill>
                <a:latin typeface="Roboto Mono"/>
              </a:rPr>
              <a:t>ORDER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DESC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rn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totals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;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Predict it: After running this, how many restaurants actually share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rnk = 3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1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2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Predicting a Real 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Sunset Diner, Harbor Grill, and New Spot NYC all show 0 violations - a genuine 3-way tie, so RANK() gives all three the exact same rank.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Predict it: A 3-way tie all shares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rnk = 3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. If one more restaurant existed with a lower total, what rank would RANK() give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4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5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The Gap RANK() Leaves After a 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RANK() picks back up counting after however many rows tied. Three rows shared rank 3, so the next distinct value jumps straight to rank 6, skipping 4 and 5 entirely.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RANK() vs. ROW_NUMBER(): Same Order, Different 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10048" cy="3611880"/>
          </a:xfrm>
          <a:prstGeom prst="rect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RANK()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52848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Ties share the same rank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gap follows the tie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Good for real standings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8" y="1188720"/>
            <a:ext cx="5410048" cy="3611880"/>
          </a:xfrm>
          <a:prstGeom prst="rect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13716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5968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ROW_NUMBER()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8" y="2011680"/>
            <a:ext cx="4952848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Every row gets a unique number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 ties, ever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Good for picking exactly N rows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8" y="1188720"/>
            <a:ext cx="0" cy="3611880"/>
          </a:xfrm>
          <a:prstGeom prst="line">
            <a:avLst/>
          </a:prstGeom>
          <a:ln w="19050">
            <a:solidFill>
              <a:srgbClr val="E1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9834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IN COMMON: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Both need an OVER (ORDER BY ...)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Both compute a value without collapsing rows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QUICK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Quick-fire: Which function guarantees unique row numbers 1 through N, tie or no tie?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RANK()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ROW_NUMBER()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Quick-Fire: Guaranteed Unique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ROW_NUMBER()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ROW_NUMBER() never repeats or skips a number, tie or no tie - it's the only one of the two that guarantees a clean 1-through-N sequence.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Would you rather use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RANK()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or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ROW_NUMBER()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 for a report that must always return exactly 3 rows, tie or no tie?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Interview-style: You're talking to someone who already knows </a:t>
            </a:r>
            <a:r>
              <a:rPr sz="3200" b="1" i="0" u="none">
                <a:solidFill>
                  <a:srgbClr val="261F1D"/>
                </a:solidFill>
                <a:latin typeface="Roboto Mono"/>
              </a:rPr>
              <a:t>GROUP BY</a:t>
            </a:r>
            <a:r>
              <a:rPr sz="3200" b="1" i="0" u="none">
                <a:solidFill>
                  <a:srgbClr val="261F1D"/>
                </a:solidFill>
                <a:latin typeface="Helvetica"/>
              </a:rPr>
              <a:t>. How would you explain what a window function does differently?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pic>
        <p:nvPicPr>
          <p:cNvPr id="3" name="Picture 2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1654769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86000"/>
            <a:ext cx="10728655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0" i="1" u="none">
                <a:solidFill>
                  <a:srgbClr val="FFFCF7"/>
                </a:solidFill>
                <a:latin typeface="Fraunces"/>
              </a:rPr>
              <a:t>A tie in the data isn't a dead end. It just means someone has to pick a tie-breaking rule on purpose, not by accident.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EEBC32"/>
                </a:solidFill>
                <a:latin typeface="Fraunces"/>
              </a:rPr>
              <a:t>— This lesson's own framing, not an external citation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Topics You Might Get Asked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45775" cy="3474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Your manager asks for 'the top 3 restaurants by violations' - how would you make sure your query actually returns exactly 3 rows, tie or no tie?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57200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691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Your manager asks for 'the top 3 restaurants by violations' - how would you make sure your query actually returns exactly 3 rows, tie or no tie?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11094415" cy="310896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545775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Answer: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Clarify what 'top 3' really means before writing anything - does the manager want exactly 3 rows no matter what, or every restaurant that qualifies for 3rd place? If a tie could land right at the cutoff, RANK() might quietly return more than 3 rows, while ROW_NUMBER() always returns exactly 3, but only once you've decided how ties should actually be broken. State that assumption out loud before running the query, not after.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Why This Matters for Your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Your window-function question needs this exact syntax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Real ties, spot-checked against known values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Next class: Ranking within groups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- Recap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16836"/>
          <a:ext cx="11094415" cy="3264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Window Function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Computes a value per row, keeps every row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OVER Clause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Defines which rows a window function sees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RANK()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Ties share a rank; a gap follows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ROW_NUMBER()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Always unique, even under a tie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So Far, We've Covered...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Why a window function keeps every row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RANK() and ROW_NUMBER(), on a real tie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Your first OVER (ORDER BY ...) clause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Before Next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No new exercise today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Next class: Ranking within groups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Keep your database running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45775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to Go From Here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96596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4"/>
              </a:rPr>
              <a:t>PostgreSQL Tutorial: Window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105914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PostgreSQL Global Development Group  ·  DOCS  ·  ~10 min 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1810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The official reference, straight from the source</a:t>
            </a:r>
          </a:p>
        </p:txBody>
      </p:sp>
      <p:pic>
        <p:nvPicPr>
          <p:cNvPr id="10" name="Picture 9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73075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6"/>
              </a:rPr>
              <a:t>SQL Ranking Window Functions With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DataLemur  ·  READING  ·  ~10 min 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RANK/DENSE_RANK/ROW_NUMBER, tied to real interview questions</a:t>
            </a:r>
          </a:p>
        </p:txBody>
      </p:sp>
      <p:pic>
        <p:nvPicPr>
          <p:cNvPr id="14" name="Picture 1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129784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111496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8"/>
              </a:rPr>
              <a:t>SQL Window Functions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95544"/>
            <a:ext cx="105914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ThoughtSpot (formerly Mode Analytics)  ·  PRACTICE  ·  ~15 min hands-on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26364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A live in-browser editor - write real ranking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